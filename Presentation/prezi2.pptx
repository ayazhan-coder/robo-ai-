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ygada 1918 Semi Bold"/>
      <p:regular r:id="rId17"/>
    </p:embeddedFont>
    <p:embeddedFont>
      <p:font typeface="Brygada 1918 Semi Bold"/>
      <p:regular r:id="rId18"/>
    </p:embeddedFont>
    <p:embeddedFont>
      <p:font typeface="Brygada 1918 Semi Bold"/>
      <p:regular r:id="rId19"/>
    </p:embeddedFont>
    <p:embeddedFont>
      <p:font typeface="Brygada 1918 Semi Bold"/>
      <p:regular r:id="rId20"/>
    </p:embeddedFont>
    <p:embeddedFont>
      <p:font typeface="Brygada 1918"/>
      <p:regular r:id="rId21"/>
    </p:embeddedFont>
    <p:embeddedFont>
      <p:font typeface="Brygada 1918"/>
      <p:regular r:id="rId22"/>
    </p:embeddedFont>
    <p:embeddedFont>
      <p:font typeface="Brygada 1918"/>
      <p:regular r:id="rId23"/>
    </p:embeddedFont>
    <p:embeddedFont>
      <p:font typeface="Brygada 1918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Arduino IDE орнату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Бастаушыларға арналған толық нұсқаулық — кодтан платаға дейін.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67602"/>
            <a:ext cx="8284131" cy="46942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1568887"/>
            <a:ext cx="420516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Arduino IDE дегеніміз не?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638943" y="3213259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Integrated Development Environment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Arduino платаларына арналған тегін бағдарламалау ортасы. Ол арқылы скетчтерді жазып, компиляциялап және платаға жүктеуге болады.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559474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C/C++ тіліне негізделген, бірақ қарапайым синтаксисі бастаушыларға да ыңғайлы етеді.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011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Неліктен Arduino IDE қажет?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58860"/>
            <a:ext cx="3664744" cy="2047994"/>
          </a:xfrm>
          <a:prstGeom prst="roundRect">
            <a:avLst>
              <a:gd name="adj" fmla="val 1661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93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Қарапайым жұмыс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83712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Код жазу, тексеру және жүктеуді бір орыннан жасайсыз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58860"/>
            <a:ext cx="3664863" cy="2047994"/>
          </a:xfrm>
          <a:prstGeom prst="roundRect">
            <a:avLst>
              <a:gd name="adj" fmla="val 16613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493294"/>
            <a:ext cx="28773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Танымал платформа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83712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Әлемдегі ең кең тараған микроконтроллерлік жүйе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533668"/>
            <a:ext cx="7556421" cy="1194673"/>
          </a:xfrm>
          <a:prstGeom prst="roundRect">
            <a:avLst>
              <a:gd name="adj" fmla="val 28480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6810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Тегін, ашық кодты және Windows, macOS, Linux жүйелеріне қолжетімді.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1309"/>
            <a:ext cx="8261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Орнату алдындағы дайындық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959" y="2113717"/>
            <a:ext cx="7660481" cy="45465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778" y="3224962"/>
            <a:ext cx="652129" cy="6521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6770" y="5238823"/>
            <a:ext cx="1904221" cy="110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Әкімші құқықтарын тексеру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226184"/>
            <a:ext cx="652130" cy="65213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6929" y="5238823"/>
            <a:ext cx="1904221" cy="110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Интернет қосылысын тексеру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528" y="3226184"/>
            <a:ext cx="652130" cy="65213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77961" y="5605646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ОЖ анықтау</a:t>
            </a:r>
            <a:endParaRPr lang="en-US" sz="2300" dirty="0"/>
          </a:p>
        </p:txBody>
      </p:sp>
      <p:sp>
        <p:nvSpPr>
          <p:cNvPr id="10" name="Text 4"/>
          <p:cNvSpPr/>
          <p:nvPr/>
        </p:nvSpPr>
        <p:spPr>
          <a:xfrm>
            <a:off x="793790" y="69153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Осы үш қадамды алдын ала орындасаңыз, орнату үдерісі кедергісіз өтеді.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3807"/>
            <a:ext cx="420516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Arduino IDE жүктеу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8179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Ресми сайтқа өтіңіз: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arduino.cc/en/software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8058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Операциялық жүйеңізге сәйкес нұсқаны таңдаңыз, содан кейін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"JUST DOWNLOAD"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батырмасын басып файлды сақтаңыз.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14818"/>
            <a:ext cx="4205168" cy="2052518"/>
          </a:xfrm>
          <a:prstGeom prst="roundRect">
            <a:avLst>
              <a:gd name="adj" fmla="val 16577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551289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498306"/>
            <a:ext cx="324123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Тегін жүктеу үшін донат қажет емес — "JUST DOWNLOAD" батырмасын таңдаңыз.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981" y="1767602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8178"/>
            <a:ext cx="7160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Windows жүйесіне орнату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3058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85630"/>
            <a:ext cx="4196358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259937"/>
            <a:ext cx="3658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EXE файлын іске қосыңыз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50356"/>
            <a:ext cx="4196358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Жүктелген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файлын екі рет басыңыз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73058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085630"/>
            <a:ext cx="4196358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259937"/>
            <a:ext cx="3512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Нұсқауларды орындаңыз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75035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Лицензиялық келісімді қабылдап, орнату орнын таңдаңыз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73058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085630"/>
            <a:ext cx="4196358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259937"/>
            <a:ext cx="3567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Драйверлерді орнатыңыз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75035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Орнату кезінде шыққан сұрауларға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иә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деп жауап беріңіз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1751290"/>
            <a:ext cx="8341519" cy="47267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3228" y="855464"/>
            <a:ext cx="4248150" cy="202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macOS жүйесіне орнату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9633228" y="3088481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macOS-қа орнату өте қарапайым — бар болғаны екі қадам: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9633228" y="3995857"/>
            <a:ext cx="486370" cy="486370"/>
          </a:xfrm>
          <a:prstGeom prst="roundRect">
            <a:avLst>
              <a:gd name="adj" fmla="val 66676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14250" y="403633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325576" y="4070152"/>
            <a:ext cx="298311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DMG файлын ашыңыз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325576" y="4613910"/>
            <a:ext cx="3555802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Жүктелген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.dmg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файлын екі рет басыңыз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633228" y="5716786"/>
            <a:ext cx="486370" cy="486370"/>
          </a:xfrm>
          <a:prstGeom prst="roundRect">
            <a:avLst>
              <a:gd name="adj" fmla="val 66676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14250" y="5757267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325576" y="5791081"/>
            <a:ext cx="323540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Applications-қа сүйреңіз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25576" y="6334839"/>
            <a:ext cx="355580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Arduino IDE белгішесін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Applications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қалтасына апарыңыз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147"/>
            <a:ext cx="6259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Linux жүйесіне орнату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37554"/>
            <a:ext cx="6407944" cy="2426494"/>
          </a:xfrm>
          <a:prstGeom prst="roundRect">
            <a:avLst>
              <a:gd name="adj" fmla="val 14022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368034"/>
            <a:ext cx="6346984" cy="680442"/>
          </a:xfrm>
          <a:prstGeom prst="roundRect">
            <a:avLst>
              <a:gd name="adj" fmla="val 44628"/>
            </a:avLst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4917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275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Архивті шешіңіз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765709"/>
            <a:ext cx="5893356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Жүктелген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.tar.xz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файлын белгілі бір қалтаға шығарыңыз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337554"/>
            <a:ext cx="6408063" cy="2426494"/>
          </a:xfrm>
          <a:prstGeom prst="roundRect">
            <a:avLst>
              <a:gd name="adj" fmla="val 14022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368034"/>
            <a:ext cx="6347103" cy="680442"/>
          </a:xfrm>
          <a:prstGeom prst="roundRect">
            <a:avLst>
              <a:gd name="adj" fmla="val 44628"/>
            </a:avLst>
          </a:prstGeom>
          <a:solidFill>
            <a:srgbClr val="83792E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24917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3275290"/>
            <a:ext cx="30241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Терминалды ашыңыз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76570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Шығарылған қалтаға өтіп, терминал арқылы кіріңіз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990862"/>
            <a:ext cx="6407944" cy="2063591"/>
          </a:xfrm>
          <a:prstGeom prst="roundRect">
            <a:avLst>
              <a:gd name="adj" fmla="val 16488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5021342"/>
            <a:ext cx="6346984" cy="680442"/>
          </a:xfrm>
          <a:prstGeom prst="roundRect">
            <a:avLst>
              <a:gd name="adj" fmla="val 44628"/>
            </a:avLst>
          </a:prstGeom>
          <a:solidFill>
            <a:srgbClr val="E8AF3B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51450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928598"/>
            <a:ext cx="3197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Скриптті іске қосыңыз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419017"/>
            <a:ext cx="5893356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./install.sh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командасын орындаңыз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990862"/>
            <a:ext cx="6408063" cy="2063591"/>
          </a:xfrm>
          <a:prstGeom prst="roundRect">
            <a:avLst>
              <a:gd name="adj" fmla="val 16488"/>
            </a:avLst>
          </a:prstGeom>
          <a:solidFill>
            <a:srgbClr val="F6EBD4"/>
          </a:solidFill>
          <a:ln w="30480">
            <a:solidFill>
              <a:srgbClr val="CC91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5021342"/>
            <a:ext cx="6347103" cy="680442"/>
          </a:xfrm>
          <a:prstGeom prst="roundRect">
            <a:avLst>
              <a:gd name="adj" fmla="val 44628"/>
            </a:avLst>
          </a:prstGeom>
          <a:solidFill>
            <a:srgbClr val="CC914D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51450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928598"/>
            <a:ext cx="4242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Пайдаланушы тобын қосыңыз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419017"/>
            <a:ext cx="5893475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USB рұқсаты үшін: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dialout $USER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752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Алғашқы тексеру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200" y="2731175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724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Платаны таңдаңыз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17306" y="32145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Tools → Board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мәзірінен Arduino моделін белгілеңіз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200" y="4038124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Портты орнатыңыз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17306" y="452151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Tools → Port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мәзірінен дұрыс COM портын таңдаңыз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5200" y="5345073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5338048"/>
            <a:ext cx="3121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Blink скетчін жүктеңіз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17306" y="58284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Examples → Basics → Blink — жарықдиод жыпылықтаса, бәрі дұрыс!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83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Келесі қадамдар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0757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74908"/>
            <a:ext cx="37745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Интерфейспен танысыңыз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Редактор, консоль және құралдар тақтасын зерттеңіз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00757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974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Скетчтер жазыңыз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Қарапайым кодтарды өзгертіп, нәтижені бақылаңыз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00757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974908"/>
            <a:ext cx="31531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Ресурстарды зерттеңіз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Arduino қауымдастығы мен онлайн жобалардан үйреніңіз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2026-04-26T19:20:17Z</dcterms:created>
  <dcterms:modified xsi:type="dcterms:W3CDTF">2026-04-26T19:20:17Z</dcterms:modified>
</cp:coreProperties>
</file>