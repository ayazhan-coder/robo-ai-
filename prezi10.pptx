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Bitter Medium"/>
      <p:regular r:id="rId19"/>
    </p:embeddedFont>
    <p:embeddedFont>
      <p:font typeface="Bitter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1.xml"/><Relationship Id="rId1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0155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Қорытынды жоба: Arduino UNO, 3×LED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66268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Микроконтроллер негізіндегі жарықдиодты басқару жүйесін зерттеу — электрониканы үйренудің практикалық тәжірибесі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203897"/>
            <a:ext cx="1109142" cy="233214"/>
          </a:xfrm>
          <a:prstGeom prst="roundRect">
            <a:avLst>
              <a:gd name="adj" fmla="val 17872"/>
            </a:avLst>
          </a:prstGeom>
          <a:solidFill>
            <a:srgbClr val="FCE2CF"/>
          </a:solidFill>
          <a:ln/>
        </p:spPr>
      </p:sp>
      <p:sp>
        <p:nvSpPr>
          <p:cNvPr id="6" name="Text 3"/>
          <p:cNvSpPr/>
          <p:nvPr/>
        </p:nvSpPr>
        <p:spPr>
          <a:xfrm>
            <a:off x="3999533" y="3241104"/>
            <a:ext cx="96031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ҚОРЫТЫНДЫ ЖОБА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096247" y="3199135"/>
            <a:ext cx="856059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D26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75424" y="3241104"/>
            <a:ext cx="69770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014293" y="3199135"/>
            <a:ext cx="450726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D26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93470" y="3241104"/>
            <a:ext cx="29237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3×LED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300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Жобаға кіріспе: Мақсаты мен міндеттері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383432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Бұл жоба Arduino UNO микроконтроллерін пайдалана отырып, үш жарықдиодты (LED) бағдарламалық тұрғыда басқаруды үйренуге арналған. Жоба арқылы оқушы электрондық схема құрастыру, код жазу және жүктеу дағдыларын меңгереді.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316807"/>
            <a:ext cx="2299395" cy="1338635"/>
          </a:xfrm>
          <a:prstGeom prst="roundRect">
            <a:avLst>
              <a:gd name="adj" fmla="val 3892"/>
            </a:avLst>
          </a:prstGeom>
          <a:solidFill>
            <a:srgbClr val="FFF8F0"/>
          </a:solidFill>
          <a:ln w="14288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4380" y="245506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Негізгі мақсат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380" y="2723331"/>
            <a:ext cx="202287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платасы арқылы 3 LED диодын кезекпен жандыру және өшіру бағдарламасын жасау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19487" y="2316807"/>
            <a:ext cx="2299395" cy="1338635"/>
          </a:xfrm>
          <a:prstGeom prst="roundRect">
            <a:avLst>
              <a:gd name="adj" fmla="val 3892"/>
            </a:avLst>
          </a:prstGeom>
          <a:solidFill>
            <a:srgbClr val="FFF8F0"/>
          </a:solidFill>
          <a:ln w="14288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7748" y="245506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Оқу міндеттері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57748" y="2723331"/>
            <a:ext cx="202287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Электр схемасын дұрыс құрастыру, Arduino IDE-де скетч жазу және жобаны іс жүзінде іске қосу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779416"/>
            <a:ext cx="4722763" cy="941710"/>
          </a:xfrm>
          <a:prstGeom prst="roundRect">
            <a:avLst>
              <a:gd name="adj" fmla="val 5532"/>
            </a:avLst>
          </a:prstGeom>
          <a:solidFill>
            <a:srgbClr val="FFF8F0"/>
          </a:solidFill>
          <a:ln w="14288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380" y="391767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Күтілетін нәтиже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4380" y="4185940"/>
            <a:ext cx="444624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Жұмыс істейтін макет, толық жазылған код және жобаның сәтті демонстрациясы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1079"/>
            <a:ext cx="561349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Arduino UNO: Негізгі сипаттамалары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344662"/>
            <a:ext cx="3680445" cy="3027759"/>
          </a:xfrm>
          <a:prstGeom prst="roundRect">
            <a:avLst>
              <a:gd name="adj" fmla="val 2950"/>
            </a:avLst>
          </a:prstGeom>
          <a:solidFill>
            <a:srgbClr val="D2600F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468636"/>
            <a:ext cx="168123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Техникалық деректер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796" y="1870211"/>
            <a:ext cx="61987" cy="61987"/>
          </a:xfrm>
          <a:prstGeom prst="roundRect">
            <a:avLst>
              <a:gd name="adj" fmla="val 460984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716756" y="1802011"/>
            <a:ext cx="32465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Микроконтроллер: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ATmega328P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796" y="2316696"/>
            <a:ext cx="61987" cy="61987"/>
          </a:xfrm>
          <a:prstGeom prst="roundRect">
            <a:avLst>
              <a:gd name="adj" fmla="val 460984"/>
            </a:avLst>
          </a:prstGeom>
          <a:solidFill>
            <a:srgbClr val="D2600F"/>
          </a:solidFill>
          <a:ln/>
        </p:spPr>
      </p:sp>
      <p:sp>
        <p:nvSpPr>
          <p:cNvPr id="8" name="Text 6"/>
          <p:cNvSpPr/>
          <p:nvPr/>
        </p:nvSpPr>
        <p:spPr>
          <a:xfrm>
            <a:off x="716756" y="2248495"/>
            <a:ext cx="32465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Жұмыс кернеуі: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796" y="2763180"/>
            <a:ext cx="61987" cy="61987"/>
          </a:xfrm>
          <a:prstGeom prst="roundRect">
            <a:avLst>
              <a:gd name="adj" fmla="val 460984"/>
            </a:avLst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716756" y="2694980"/>
            <a:ext cx="32465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Сандық I/O: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14 пин (6-ауы PWM)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796" y="3209665"/>
            <a:ext cx="61987" cy="61987"/>
          </a:xfrm>
          <a:prstGeom prst="roundRect">
            <a:avLst>
              <a:gd name="adj" fmla="val 460984"/>
            </a:avLst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716756" y="3141464"/>
            <a:ext cx="32465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Аналогтық кіріс: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6 пин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796" y="3656149"/>
            <a:ext cx="61987" cy="61987"/>
          </a:xfrm>
          <a:prstGeom prst="roundRect">
            <a:avLst>
              <a:gd name="adj" fmla="val 460984"/>
            </a:avLst>
          </a:prstGeom>
          <a:solidFill>
            <a:srgbClr val="D2600F"/>
          </a:solidFill>
          <a:ln/>
        </p:spPr>
      </p:sp>
      <p:sp>
        <p:nvSpPr>
          <p:cNvPr id="14" name="Text 12"/>
          <p:cNvSpPr/>
          <p:nvPr/>
        </p:nvSpPr>
        <p:spPr>
          <a:xfrm>
            <a:off x="716756" y="3587948"/>
            <a:ext cx="32465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Flash жады: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32 KB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796" y="4102633"/>
            <a:ext cx="61987" cy="61987"/>
          </a:xfrm>
          <a:prstGeom prst="roundRect">
            <a:avLst>
              <a:gd name="adj" fmla="val 460984"/>
            </a:avLst>
          </a:prstGeom>
          <a:solidFill>
            <a:srgbClr val="D2600F"/>
          </a:solidFill>
          <a:ln/>
        </p:spPr>
      </p:sp>
      <p:sp>
        <p:nvSpPr>
          <p:cNvPr id="16" name="Text 14"/>
          <p:cNvSpPr/>
          <p:nvPr/>
        </p:nvSpPr>
        <p:spPr>
          <a:xfrm>
            <a:off x="716756" y="4034433"/>
            <a:ext cx="32465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Тактілік жиілік: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16 MHz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05300" y="1468636"/>
            <a:ext cx="17486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Жұмыс істеу принципі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05300" y="1786458"/>
            <a:ext cx="4347270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— ашық бастапқы кодты микроконтроллер платасы. Ол USB арқылы компьютерге қосылып, Arduino IDE бағдарламасы арқылы жазылған скетчті қабылдайды. Плата цифрлық және аналогтық пиндер арқылы сыртқы компоненттерді (LED, датчиктер, моторлар) басқара алады.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05300" y="2918296"/>
            <a:ext cx="4347270" cy="725463"/>
          </a:xfrm>
          <a:prstGeom prst="roundRect">
            <a:avLst>
              <a:gd name="adj" fmla="val 7182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9274" y="3107606"/>
            <a:ext cx="155004" cy="1239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08252" y="3073226"/>
            <a:ext cx="38203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Цифрлық пиндер HIGH (5V) немесе LOW (0V) сигнал беріп, LED-ті жандырады немесе өшіреді.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0684"/>
            <a:ext cx="571671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Қажетті құралдар мен компоненттер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6625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Жобаны іске асыру үшін төмендегі электрондық компоненттер мен жабдықтар қажет: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04243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69331"/>
            <a:ext cx="1651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Arduino UNO платасы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537594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Жобаның басқару орталығы. USB-B кабелі арқылы компьютерге қосылады.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804243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2269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 дана LED диоды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9465" y="2537594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Қызыл, жасыл және сары түсті LED диодтары. Жұмыс кернеуі: 2–3.3V.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82541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647629"/>
            <a:ext cx="173280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 дана резистор (220Ω)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3915891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LED-ті артық токтан қорғау үшін тізбекке қосылатын кедергі элементтері.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465" y="3182541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3647629"/>
            <a:ext cx="22092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Breadboard және өткізгіштер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9465" y="3915891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Дәнекерлемей-ақ схема құрастыруға мүмкіндік беретін макеттік тақта мен дәнекерсіз сымдар.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5877"/>
            <a:ext cx="62594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Электр схемасын құрастыру (3×LED қосу)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4343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Қосылу тәртібі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37680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573262"/>
            <a:ext cx="3924598" cy="14288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663824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Arduino-ның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13, 12, 11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сандық пиндеріне әр LED-тің анодын (+) қосыңыз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227774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2474193"/>
            <a:ext cx="3924598" cy="14288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496119" y="2564755"/>
            <a:ext cx="39245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Әр LED-тің катодынан (-)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220Ω резисторды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тізбекке кіргізіңіз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6119" y="298020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176662"/>
            <a:ext cx="3924598" cy="14288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267224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Резистордың екінші ұшын Arduino-ның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GND (жер) пиніне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қосыңыз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6119" y="388114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4077593"/>
            <a:ext cx="3924598" cy="14288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4168155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Барлық байланыстарды тексеріп,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breadboard-та схеманы бекітіңіз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28046" y="1043434"/>
            <a:ext cx="16347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Маңызды ескертулер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8046" y="1376809"/>
            <a:ext cx="3924598" cy="725463"/>
          </a:xfrm>
          <a:prstGeom prst="roundRect">
            <a:avLst>
              <a:gd name="adj" fmla="val 7182"/>
            </a:avLst>
          </a:prstGeom>
          <a:solidFill>
            <a:srgbClr val="FCF2B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1566118"/>
            <a:ext cx="155004" cy="1239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30998" y="1531739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LED диодын резисторсыз тікелей қоспаңыз — бұл диодты күйдіріп жібереді!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28046" y="2241798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LED анодын (+) ұзын аяғынан, катодын (−) қысқа аяғынан ажыратуға болады. Резистор тізбектің кез келген жеріне қосыла береді — катод немесе анод жағынан.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28046" y="2976711"/>
            <a:ext cx="3924598" cy="725463"/>
          </a:xfrm>
          <a:prstGeom prst="roundRect">
            <a:avLst>
              <a:gd name="adj" fmla="val 7182"/>
            </a:avLst>
          </a:prstGeom>
          <a:solidFill>
            <a:srgbClr val="B6FCB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20" y="3166021"/>
            <a:ext cx="155004" cy="12397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30998" y="3131641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Схема дұрыс қосылса, Arduino-ға қуат берілгенде LED-тер жанады.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91939"/>
            <a:ext cx="4815780" cy="70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Arduino IDE: Бағдарламалық ортаға шолу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9610" y="1247329"/>
            <a:ext cx="4815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IDE (Integrated Development Environment) — Arduino платалары үшін код жазуға, жинастыруға және жүктеуге арналған тегін бағдарламалық орта.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49610" y="1704826"/>
            <a:ext cx="4815780" cy="642417"/>
          </a:xfrm>
          <a:prstGeom prst="roundRect">
            <a:avLst>
              <a:gd name="adj" fmla="val 735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738" y="1821954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Редактор терезесі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738" y="2058665"/>
            <a:ext cx="4581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Скетч коды жазылатын негізгі аймақ. Синтаксис түстермен белгіленеді.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49610" y="2449116"/>
            <a:ext cx="4815780" cy="642417"/>
          </a:xfrm>
          <a:prstGeom prst="roundRect">
            <a:avLst>
              <a:gd name="adj" fmla="val 735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738" y="2566243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Компилятор (Verify)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738" y="2802954"/>
            <a:ext cx="4581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Коддағы қателерді анықтап, машина тіліне аударады. ✓ белгісімен іске қосылады.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9610" y="3193405"/>
            <a:ext cx="4815780" cy="642417"/>
          </a:xfrm>
          <a:prstGeom prst="roundRect">
            <a:avLst>
              <a:gd name="adj" fmla="val 735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738" y="3310533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Жүктеу (Upload)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738" y="3547244"/>
            <a:ext cx="45815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Бағдарламаны Arduino платасының жадына USB арқылы жіберу функциясы.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9610" y="3937695"/>
            <a:ext cx="4815780" cy="813867"/>
          </a:xfrm>
          <a:prstGeom prst="roundRect">
            <a:avLst>
              <a:gd name="adj" fmla="val 5801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738" y="4054822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Serial Monitor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738" y="4291533"/>
            <a:ext cx="458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мен компьютер арасындағы деректер алмасуын бақылауға арналған терезе.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11274"/>
            <a:ext cx="5303341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Скетч (бағдарлама коды) жазу және түсіндіру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827336" y="753442"/>
            <a:ext cx="748925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Төмендегі скетч үш LED диодын кезекпен 500 мс аралықта жандырып-өшіреді — классикалық «Бlink» тізбегі: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27336" y="969318"/>
            <a:ext cx="7489254" cy="3139976"/>
          </a:xfrm>
          <a:prstGeom prst="roundRect">
            <a:avLst>
              <a:gd name="adj" fmla="val 1270"/>
            </a:avLst>
          </a:prstGeom>
          <a:solidFill>
            <a:srgbClr val="F2EBE3"/>
          </a:solidFill>
          <a:ln/>
        </p:spPr>
      </p:sp>
      <p:sp>
        <p:nvSpPr>
          <p:cNvPr id="5" name="Shape 3"/>
          <p:cNvSpPr/>
          <p:nvPr/>
        </p:nvSpPr>
        <p:spPr>
          <a:xfrm>
            <a:off x="822647" y="969318"/>
            <a:ext cx="7498631" cy="3139976"/>
          </a:xfrm>
          <a:prstGeom prst="roundRect">
            <a:avLst>
              <a:gd name="adj" fmla="val 454"/>
            </a:avLst>
          </a:prstGeom>
          <a:solidFill>
            <a:srgbClr val="F2EBE3"/>
          </a:solidFill>
          <a:ln/>
        </p:spPr>
      </p:sp>
      <p:sp>
        <p:nvSpPr>
          <p:cNvPr id="6" name="Text 4"/>
          <p:cNvSpPr/>
          <p:nvPr/>
        </p:nvSpPr>
        <p:spPr>
          <a:xfrm>
            <a:off x="941338" y="1064270"/>
            <a:ext cx="7261250" cy="295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6A737D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Пиндерді анықтау
int led1 = 13;
int led2 = 12;
int led3 = 11;
void setup() {
  // Пиндерді шығыс ретінде баптау
  pinMode(led1, OUTPUT);
  pinMode(led2, OUTPUT);
  pinMode(led3, OUTPUT);
}
void loop() {
  // LED-тер кезекпен жанады
  digitalWrite(led1, HIGH); delay(500);
  digitalWrite(led1, LOW);
  digitalWrite(led2, HIGH); delay(500);
  digitalWrite(led2, LOW);
  digitalWrite(led3, HIGH); delay(500);
  digitalWrite(led3, LOW);
}
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27336" y="4272855"/>
            <a:ext cx="3628727" cy="477515"/>
          </a:xfrm>
          <a:prstGeom prst="roundRect">
            <a:avLst>
              <a:gd name="adj" fmla="val 8353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288" y="4408438"/>
            <a:ext cx="118690" cy="94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5931" y="4369296"/>
            <a:ext cx="3225180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setup()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функциясы бір рет орындалып, пиндерді INPUT/OUTPUT режиміне баптайды.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92551" y="4272855"/>
            <a:ext cx="3628727" cy="343421"/>
          </a:xfrm>
          <a:prstGeom prst="roundRect">
            <a:avLst>
              <a:gd name="adj" fmla="val 11615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503" y="4408438"/>
            <a:ext cx="118690" cy="949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01146" y="4369296"/>
            <a:ext cx="3225180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loop()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функциясы үздіксіз қайталанып, негізгі логиканы іске асырады.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37170"/>
            <a:ext cx="5922764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Скетчті Arduino UNO-ға жүктеу процесі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513" y="1264295"/>
            <a:ext cx="3840287" cy="122039"/>
          </a:xfrm>
          <a:prstGeom prst="roundRect">
            <a:avLst>
              <a:gd name="adj" fmla="val 4202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8379" y="1142181"/>
            <a:ext cx="366266" cy="366266"/>
          </a:xfrm>
          <a:prstGeom prst="roundRect">
            <a:avLst>
              <a:gd name="adj" fmla="val 7801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909" y="1233711"/>
            <a:ext cx="183133" cy="1831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0419" y="1628626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Қосу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0419" y="1891457"/>
            <a:ext cx="3779416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платасын USB-B кабелі арқылы компьютерге жалғаңыз. Операциялық жүйе драйверді автоматты түрде орнатады.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815185" y="1081162"/>
            <a:ext cx="3840361" cy="122039"/>
          </a:xfrm>
          <a:prstGeom prst="roundRect">
            <a:avLst>
              <a:gd name="adj" fmla="val 4202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32052" y="959048"/>
            <a:ext cx="366266" cy="366266"/>
          </a:xfrm>
          <a:prstGeom prst="roundRect">
            <a:avLst>
              <a:gd name="adj" fmla="val 7801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3581" y="1050578"/>
            <a:ext cx="183133" cy="1831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091" y="144549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Баптау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091" y="1708324"/>
            <a:ext cx="377949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IDE-де </a:t>
            </a:r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→ Board → Arduino UNO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және </a:t>
            </a:r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→ Port → COM (нөмір)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тармақтарын дұрыс таңдаңыз.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71513" y="3020467"/>
            <a:ext cx="3840287" cy="122039"/>
          </a:xfrm>
          <a:prstGeom prst="roundRect">
            <a:avLst>
              <a:gd name="adj" fmla="val 4202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8379" y="2898353"/>
            <a:ext cx="366266" cy="366266"/>
          </a:xfrm>
          <a:prstGeom prst="roundRect">
            <a:avLst>
              <a:gd name="adj" fmla="val 7801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909" y="2989883"/>
            <a:ext cx="183133" cy="18313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0419" y="3384798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Тексеру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0419" y="3647629"/>
            <a:ext cx="37794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«Verify» (✓) батырмасын басып, кодты компиляциялаңыз. Қате болмаса, төменде «Done compiling» хабары шығады.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815185" y="2837334"/>
            <a:ext cx="3840361" cy="122039"/>
          </a:xfrm>
          <a:prstGeom prst="roundRect">
            <a:avLst>
              <a:gd name="adj" fmla="val 4202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32052" y="2715220"/>
            <a:ext cx="366266" cy="366266"/>
          </a:xfrm>
          <a:prstGeom prst="roundRect">
            <a:avLst>
              <a:gd name="adj" fmla="val 7801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3581" y="2806750"/>
            <a:ext cx="183133" cy="18313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4091" y="3201665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Жүктеу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4091" y="3464496"/>
            <a:ext cx="377949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«Upload» (→) батырмасын басыңыз. Плата TX/RX индикаторлары жыпылықтап, код сәтті жүктелгенін білдіреді.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88379" y="4292575"/>
            <a:ext cx="8167241" cy="513680"/>
          </a:xfrm>
          <a:prstGeom prst="roundRect">
            <a:avLst>
              <a:gd name="adj" fmla="val 9984"/>
            </a:avLst>
          </a:prstGeom>
          <a:solidFill>
            <a:srgbClr val="FAD3B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419" y="4476452"/>
            <a:ext cx="152623" cy="12203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5081" y="4443264"/>
            <a:ext cx="76485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Жүктеу кезінде платаны ажыратпаңыз — бұл жадты бүлдіруі мүмкін.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3126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Демонстрация: Жобаның жұмысын көрсету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692399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жүктелгеннен кейін жоба автоматты түрде іске қосылады. Үш LED диоды кезекпен жанып-өшеді, әрқайсысы 500 мс жанып тұрады.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2228850"/>
            <a:ext cx="4722763" cy="1448395"/>
          </a:xfrm>
          <a:prstGeom prst="roundRect">
            <a:avLst>
              <a:gd name="adj" fmla="val 359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2233613"/>
            <a:ext cx="2356619" cy="719435"/>
          </a:xfrm>
          <a:prstGeom prst="roundRect">
            <a:avLst>
              <a:gd name="adj" fmla="val 7242"/>
            </a:avLst>
          </a:prstGeom>
          <a:solidFill>
            <a:srgbClr val="FCE2CF"/>
          </a:solidFill>
          <a:ln/>
        </p:spPr>
      </p:sp>
      <p:sp>
        <p:nvSpPr>
          <p:cNvPr id="7" name="Text 4"/>
          <p:cNvSpPr/>
          <p:nvPr/>
        </p:nvSpPr>
        <p:spPr>
          <a:xfrm>
            <a:off x="4053855" y="2357586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🔴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Қызыл LED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53855" y="2630612"/>
            <a:ext cx="21086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13-пин → 500 мс жанады → өшеді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86500" y="2233613"/>
            <a:ext cx="2356619" cy="719435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2233613"/>
            <a:ext cx="14288" cy="719435"/>
          </a:xfrm>
          <a:prstGeom prst="roundRect">
            <a:avLst>
              <a:gd name="adj" fmla="val 364638"/>
            </a:avLst>
          </a:prstGeom>
          <a:solidFill>
            <a:srgbClr val="E2C8B5"/>
          </a:solidFill>
          <a:ln/>
        </p:spPr>
      </p:sp>
      <p:sp>
        <p:nvSpPr>
          <p:cNvPr id="11" name="Text 8"/>
          <p:cNvSpPr/>
          <p:nvPr/>
        </p:nvSpPr>
        <p:spPr>
          <a:xfrm>
            <a:off x="6410474" y="2357586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🟡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Сары LED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10474" y="2630612"/>
            <a:ext cx="21086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12-пин → 500 мс жанады → өшеді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9881" y="2953048"/>
            <a:ext cx="4713238" cy="719435"/>
          </a:xfrm>
          <a:prstGeom prst="rect">
            <a:avLst/>
          </a:prstGeom>
          <a:solidFill>
            <a:srgbClr val="FCE2CF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2953048"/>
            <a:ext cx="4713238" cy="14288"/>
          </a:xfrm>
          <a:prstGeom prst="roundRect">
            <a:avLst>
              <a:gd name="adj" fmla="val 364638"/>
            </a:avLst>
          </a:prstGeom>
          <a:solidFill>
            <a:srgbClr val="E2C8B5"/>
          </a:solidFill>
          <a:ln/>
        </p:spPr>
      </p:sp>
      <p:sp>
        <p:nvSpPr>
          <p:cNvPr id="15" name="Text 12"/>
          <p:cNvSpPr/>
          <p:nvPr/>
        </p:nvSpPr>
        <p:spPr>
          <a:xfrm>
            <a:off x="4053855" y="3077021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🟢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Жасыл LED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53855" y="3350047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11-пин → 500 мс жанады → өшеді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25119" y="3816772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Бұл тізбек үздіксіз қайталанады.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delay()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мәнін өзгерту арқылы жылдамдықты реттеуге болады — мысалы, 200 мс-қа орнатсаңыз, LED-тер тезірек жыпылықтайды.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7338"/>
            <a:ext cx="674221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Қорытынды және болашақ даму бағыттары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8489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Жоба нәтижелері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1524372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145" y="1518270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платасының негізгі сипаттамалары меңгерілді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627" y="2169319"/>
            <a:ext cx="186035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145" y="2163217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Электр схемасы дұрыс құрастырылып, макетте іске асырылды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2814265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9145" y="2808163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IDE-де скетч жазу және жүктеу тәжірибесі алынды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627" y="3440534"/>
            <a:ext cx="186035" cy="186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9145" y="3434432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LED кезекпен жанып-өшетін жұмыс макеті жасалды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4638749" y="1060921"/>
            <a:ext cx="4103191" cy="2928640"/>
          </a:xfrm>
          <a:prstGeom prst="roundRect">
            <a:avLst>
              <a:gd name="adj" fmla="val 3050"/>
            </a:avLst>
          </a:prstGeom>
          <a:solidFill>
            <a:srgbClr val="D2600F"/>
          </a:solidFill>
          <a:ln/>
        </p:spPr>
      </p:sp>
      <p:sp>
        <p:nvSpPr>
          <p:cNvPr id="13" name="Text 7"/>
          <p:cNvSpPr/>
          <p:nvPr/>
        </p:nvSpPr>
        <p:spPr>
          <a:xfrm>
            <a:off x="4762723" y="1184895"/>
            <a:ext cx="196192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Болашақ даму бағыттары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9232" y="1524372"/>
            <a:ext cx="186035" cy="1860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65750" y="1518270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Түймешік (button) қосып, LED-ті қолмен басқаруды үйрену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9232" y="2169319"/>
            <a:ext cx="186035" cy="18603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65750" y="2163217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PWM арқылы LED жарықтығын бірте-бірте өзгерту (fade эффект)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09232" y="2814265"/>
            <a:ext cx="186035" cy="18603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65750" y="2808163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Датчиктер (жарық, температура) негізінде автоматты басқару</a:t>
            </a:r>
            <a:endParaRPr lang="en-US" sz="9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09232" y="3459212"/>
            <a:ext cx="186035" cy="18603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65750" y="3453110"/>
            <a:ext cx="345221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Жетілдірілген жобаларға: LCD дисплей, сервомотор, Bluetooth модулі</a:t>
            </a:r>
            <a:endParaRPr lang="en-US" sz="950" dirty="0"/>
          </a:p>
        </p:txBody>
      </p:sp>
      <p:sp>
        <p:nvSpPr>
          <p:cNvPr id="22" name="Shape 12"/>
          <p:cNvSpPr/>
          <p:nvPr/>
        </p:nvSpPr>
        <p:spPr>
          <a:xfrm>
            <a:off x="496119" y="4129087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B6FCB8"/>
          </a:solidFill>
          <a:ln/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0092" y="4318397"/>
            <a:ext cx="155004" cy="12397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99071" y="4284018"/>
            <a:ext cx="76248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Бұл жоба — электроника мен бағдарламалаудың негіздерін іс жүзінде меңгерудің тамаша бастапқы нүктесі!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2026-05-15T17:21:49Z</dcterms:created>
  <dcterms:modified xsi:type="dcterms:W3CDTF">2026-05-15T17:21:49Z</dcterms:modified>
</cp:coreProperties>
</file>