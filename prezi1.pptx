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Lora"/>
      <p:regular r:id="rId15"/>
    </p:embeddedFont>
    <p:embeddedFont>
      <p:font typeface="Lora"/>
      <p:regular r:id="rId16"/>
    </p:embeddedFont>
    <p:embeddedFont>
      <p:font typeface="Lora"/>
      <p:regular r:id="rId17"/>
    </p:embeddedFont>
    <p:embeddedFont>
      <p:font typeface="Lora"/>
      <p:regular r:id="rId18"/>
    </p:embeddedFont>
    <p:embeddedFont>
      <p:font typeface="Source Sans 3"/>
      <p:regular r:id="rId19"/>
    </p:embeddedFont>
    <p:embeddedFont>
      <p:font typeface="Source Sans 3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3391733"/>
            <a:ext cx="583668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Arduino дегеніміз не?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45472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Ашық бастапқы кодты электроника платформасы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73675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Arduino платформасының пайда болуы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1106924" y="2503765"/>
            <a:ext cx="30480" cy="4989076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5" name="Shape 2"/>
          <p:cNvSpPr/>
          <p:nvPr/>
        </p:nvSpPr>
        <p:spPr>
          <a:xfrm>
            <a:off x="1345704" y="2757726"/>
            <a:ext cx="718066" cy="30480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6" name="Shape 3"/>
          <p:cNvSpPr/>
          <p:nvPr/>
        </p:nvSpPr>
        <p:spPr>
          <a:xfrm>
            <a:off x="837664" y="2503765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7" name="Text 4"/>
          <p:cNvSpPr/>
          <p:nvPr/>
        </p:nvSpPr>
        <p:spPr>
          <a:xfrm>
            <a:off x="937915" y="2561749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03859" y="25860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2005 жыл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03859" y="3081576"/>
            <a:ext cx="60024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Италияда, Ивреа қаласында Массимо Банзи және командасы құрған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1345704" y="4580334"/>
            <a:ext cx="718066" cy="30480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11" name="Shape 8"/>
          <p:cNvSpPr/>
          <p:nvPr/>
        </p:nvSpPr>
        <p:spPr>
          <a:xfrm>
            <a:off x="837664" y="4326374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937915" y="4384358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03859" y="440864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Мақсаты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03859" y="4904184"/>
            <a:ext cx="60024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Студенттерге интерактивті жобаларды оңай жасау үшін ойлап табылған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1345704" y="6402943"/>
            <a:ext cx="718066" cy="30480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16" name="Shape 13"/>
          <p:cNvSpPr/>
          <p:nvPr/>
        </p:nvSpPr>
        <p:spPr>
          <a:xfrm>
            <a:off x="837664" y="614898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7" name="Text 14"/>
          <p:cNvSpPr/>
          <p:nvPr/>
        </p:nvSpPr>
        <p:spPr>
          <a:xfrm>
            <a:off x="937915" y="6206966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03859" y="623125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Атауы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03859" y="6726793"/>
            <a:ext cx="60024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Ивреа қаласындағы тарихи «Ардуин» королінің құрметіне қойылған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682704"/>
            <a:ext cx="7468553" cy="915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Arduino платформасының негізгі мүмкіндіктері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37724" y="1749504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F3E7D4"/>
          </a:solidFill>
          <a:ln/>
        </p:spPr>
      </p:sp>
      <p:sp>
        <p:nvSpPr>
          <p:cNvPr id="5" name="Shape 2"/>
          <p:cNvSpPr/>
          <p:nvPr/>
        </p:nvSpPr>
        <p:spPr>
          <a:xfrm>
            <a:off x="993219" y="1905000"/>
            <a:ext cx="466725" cy="466725"/>
          </a:xfrm>
          <a:prstGeom prst="roundRect">
            <a:avLst>
              <a:gd name="adj" fmla="val 19589878"/>
            </a:avLst>
          </a:prstGeom>
          <a:solidFill>
            <a:srgbClr val="38512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569" y="2033230"/>
            <a:ext cx="210026" cy="2100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219" y="2472809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Сигналдарды оқу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93219" y="2762131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Сандық және аналогтық сигналдарды оқи алады (сезінгіштер арқылы)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37724" y="3224093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F3E7D4"/>
          </a:solidFill>
          <a:ln/>
        </p:spPr>
      </p:sp>
      <p:sp>
        <p:nvSpPr>
          <p:cNvPr id="10" name="Shape 6"/>
          <p:cNvSpPr/>
          <p:nvPr/>
        </p:nvSpPr>
        <p:spPr>
          <a:xfrm>
            <a:off x="993219" y="3379589"/>
            <a:ext cx="466725" cy="466725"/>
          </a:xfrm>
          <a:prstGeom prst="roundRect">
            <a:avLst>
              <a:gd name="adj" fmla="val 19589878"/>
            </a:avLst>
          </a:prstGeom>
          <a:solidFill>
            <a:srgbClr val="38512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1569" y="3507819"/>
            <a:ext cx="210026" cy="2100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93219" y="3947398"/>
            <a:ext cx="2086094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Құрылғыларды басқару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993219" y="4236720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LED, мотор, реле сияқты құрылғыларды басқара алады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37724" y="4698683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F3E7D4"/>
          </a:solidFill>
          <a:ln/>
        </p:spPr>
      </p:sp>
      <p:sp>
        <p:nvSpPr>
          <p:cNvPr id="15" name="Shape 10"/>
          <p:cNvSpPr/>
          <p:nvPr/>
        </p:nvSpPr>
        <p:spPr>
          <a:xfrm>
            <a:off x="993219" y="4854178"/>
            <a:ext cx="466725" cy="466725"/>
          </a:xfrm>
          <a:prstGeom prst="roundRect">
            <a:avLst>
              <a:gd name="adj" fmla="val 19589878"/>
            </a:avLst>
          </a:prstGeom>
          <a:solidFill>
            <a:srgbClr val="38512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569" y="4982408"/>
            <a:ext cx="210026" cy="21002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93219" y="5421987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Бағдарламалау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993219" y="5711309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USB арқылы компьютерге қосылып, бағдарлама жүктеледі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37724" y="6173272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F3E7D4"/>
          </a:solidFill>
          <a:ln/>
        </p:spPr>
      </p:sp>
      <p:sp>
        <p:nvSpPr>
          <p:cNvPr id="20" name="Shape 14"/>
          <p:cNvSpPr/>
          <p:nvPr/>
        </p:nvSpPr>
        <p:spPr>
          <a:xfrm>
            <a:off x="993219" y="6328767"/>
            <a:ext cx="466725" cy="466725"/>
          </a:xfrm>
          <a:prstGeom prst="roundRect">
            <a:avLst>
              <a:gd name="adj" fmla="val 19589878"/>
            </a:avLst>
          </a:prstGeom>
          <a:solidFill>
            <a:srgbClr val="38512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1569" y="6456998"/>
            <a:ext cx="210026" cy="21002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93219" y="6896576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Қолданылуы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993219" y="7185898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Қарапайым электроникадан күрделі робототехникаға дейін қолданылады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54142"/>
            <a:ext cx="6537960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Arduino платасының құрылымы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837724" y="1551384"/>
            <a:ext cx="12954952" cy="1077158"/>
          </a:xfrm>
          <a:prstGeom prst="roundRect">
            <a:avLst>
              <a:gd name="adj" fmla="val 2500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0584" y="1574244"/>
            <a:ext cx="718066" cy="1031438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5" name="Text 3"/>
          <p:cNvSpPr/>
          <p:nvPr/>
        </p:nvSpPr>
        <p:spPr>
          <a:xfrm>
            <a:off x="1085017" y="1921669"/>
            <a:ext cx="26920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13190" y="1753672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Микроконтроллер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713190" y="2098358"/>
            <a:ext cx="1187719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ATmega328 — Arduino Uno үшін «ми»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37724" y="2763083"/>
            <a:ext cx="12954952" cy="1077158"/>
          </a:xfrm>
          <a:prstGeom prst="roundRect">
            <a:avLst>
              <a:gd name="adj" fmla="val 2500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0584" y="2785943"/>
            <a:ext cx="718066" cy="1031438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1085017" y="3133368"/>
            <a:ext cx="26920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713190" y="2965371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Цифрлық пиндер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713190" y="3310057"/>
            <a:ext cx="1187719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pins — 0-13 нөмірлері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7724" y="3974783"/>
            <a:ext cx="12954952" cy="1077158"/>
          </a:xfrm>
          <a:prstGeom prst="roundRect">
            <a:avLst>
              <a:gd name="adj" fmla="val 2500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0584" y="3997643"/>
            <a:ext cx="718066" cy="1031438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5" name="Text 13"/>
          <p:cNvSpPr/>
          <p:nvPr/>
        </p:nvSpPr>
        <p:spPr>
          <a:xfrm>
            <a:off x="1085017" y="4345067"/>
            <a:ext cx="26920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713190" y="4177070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Аналогтық пиндер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713190" y="4521756"/>
            <a:ext cx="1187719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Analog pins — A0-A5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7724" y="5186482"/>
            <a:ext cx="12954952" cy="1077158"/>
          </a:xfrm>
          <a:prstGeom prst="roundRect">
            <a:avLst>
              <a:gd name="adj" fmla="val 2500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0584" y="5209342"/>
            <a:ext cx="718066" cy="1031438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20" name="Text 18"/>
          <p:cNvSpPr/>
          <p:nvPr/>
        </p:nvSpPr>
        <p:spPr>
          <a:xfrm>
            <a:off x="1085017" y="5556766"/>
            <a:ext cx="26920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713190" y="5388769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USB порты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713190" y="5733455"/>
            <a:ext cx="1187719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USB порты және қуат кірісі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7724" y="6398181"/>
            <a:ext cx="12954952" cy="1077158"/>
          </a:xfrm>
          <a:prstGeom prst="roundRect">
            <a:avLst>
              <a:gd name="adj" fmla="val 2500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0584" y="6421041"/>
            <a:ext cx="718066" cy="1031438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25" name="Text 23"/>
          <p:cNvSpPr/>
          <p:nvPr/>
        </p:nvSpPr>
        <p:spPr>
          <a:xfrm>
            <a:off x="1085017" y="6768465"/>
            <a:ext cx="26920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713190" y="6600468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RESET түймесі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713190" y="6945154"/>
            <a:ext cx="1187719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RESET түймесі және қуат LED индикаторлары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74301"/>
            <a:ext cx="678168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Түрлі Arduino платалары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257068"/>
            <a:ext cx="3014305" cy="30143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55106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Arduino Uno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6006227"/>
            <a:ext cx="301430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Ең танымал, оқуға ыңғайлы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233" y="2257068"/>
            <a:ext cx="3014305" cy="30143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51233" y="55106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Arduino Mega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51233" y="6006227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Көбірек пиндер және мүмкіндіктер, күрделі жобалар үшін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743" y="2257068"/>
            <a:ext cx="3014305" cy="30143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64743" y="55106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Arduino Nano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64743" y="6006227"/>
            <a:ext cx="301430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Кішігірім өлшем, компакт жобалар үшін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8252" y="2257068"/>
            <a:ext cx="3014424" cy="30144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78252" y="55108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Arduino Leonardo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78252" y="6006346"/>
            <a:ext cx="301442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USB құрылғысын эмуляциялай алады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326237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Arduino платформасының негізгі мүмкіндіктері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093244"/>
            <a:ext cx="478750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3469600"/>
            <a:ext cx="7468553" cy="3048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6" name="Text 3"/>
          <p:cNvSpPr/>
          <p:nvPr/>
        </p:nvSpPr>
        <p:spPr>
          <a:xfrm>
            <a:off x="6324124" y="3650218"/>
            <a:ext cx="746855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Сандық және аналогтық сигналдарды оқи алады (сезінгіштер арқылы)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324124" y="4497705"/>
            <a:ext cx="7468553" cy="169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LED, мотор, реле сияқты құрылғыларды басқара алады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USB арқылы компьютерге қосылып, бағдарлама жүктеледі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Қарапайым электроникадан күрделі робототехникаға дейін қолданылады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324124" y="634079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22396"/>
            <a:ext cx="631364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Неге Arduino танымал?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724" y="3205163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5336" y="320516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Білім беру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35336" y="3700701"/>
            <a:ext cx="322123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Мектептер мен университеттерде STEM оқыту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5776" y="3205163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53388" y="3205163"/>
            <a:ext cx="286142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Үй автоматтандыруы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153388" y="3700701"/>
            <a:ext cx="322123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Ақылды үй жүйелері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3828" y="3205163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71440" y="320516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Робототехника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71440" y="3700701"/>
            <a:ext cx="322123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Роботтар мен дрондарды басқару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724" y="4945499"/>
            <a:ext cx="598408" cy="5984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35336" y="494549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Өнер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735336" y="5441037"/>
            <a:ext cx="322123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Интерактивті көркемөнер орнатулары</a:t>
            </a:r>
            <a:endParaRPr lang="en-US" sz="1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55776" y="4945499"/>
            <a:ext cx="598408" cy="5984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53388" y="494549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IoT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153388" y="5441037"/>
            <a:ext cx="322123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Internet of Things — заттар интернеті жобалары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60187" y="102215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Қорытынды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085142"/>
            <a:ext cx="7468553" cy="2665452"/>
          </a:xfrm>
          <a:prstGeom prst="roundRect">
            <a:avLst>
              <a:gd name="adj" fmla="val 1347"/>
            </a:avLst>
          </a:prstGeom>
          <a:solidFill>
            <a:srgbClr val="F3E7D4"/>
          </a:solidFill>
          <a:ln/>
        </p:spPr>
      </p:sp>
      <p:sp>
        <p:nvSpPr>
          <p:cNvPr id="5" name="Text 2"/>
          <p:cNvSpPr/>
          <p:nvPr/>
        </p:nvSpPr>
        <p:spPr>
          <a:xfrm>
            <a:off x="6563439" y="2324457"/>
            <a:ext cx="6989921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Arduino IDE (Integrated Development Environment) — тегін бағдарламалау ортасы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63439" y="3171944"/>
            <a:ext cx="6989921" cy="1339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C++ тілінің жеңілдетілген нұсқасы қолданылады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Қарапайым код құрылымы: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және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функциялары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«Blink» (Жыпылықтау) — ең танымал алғашқы бағдарлама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24124" y="5109567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Пайдалы ресурстар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6324124" y="5890855"/>
            <a:ext cx="7468553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arduino.cc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Форумдар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YouTube арналары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2026-04-26T04:38:59Z</dcterms:created>
  <dcterms:modified xsi:type="dcterms:W3CDTF">2026-04-26T04:38:59Z</dcterms:modified>
</cp:coreProperties>
</file>