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Source Serif 4 SemiBold"/>
      <p:regular r:id="rId14"/>
    </p:embeddedFont>
    <p:embeddedFont>
      <p:font typeface="Source Serif 4 Bold"/>
      <p:regular r:id="rId15"/>
    </p:embeddedFont>
    <p:embeddedFont>
      <p:font typeface="Source Sans 3"/>
      <p:regular r:id="rId16"/>
    </p:embeddedFont>
    <p:embeddedFont>
      <p:font typeface="Source Sans 3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786" y="1559198"/>
            <a:ext cx="3279353" cy="20250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577" y="1430982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Батырма: Кіріс сигналын оқу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523577" y="253536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Arduino-дағы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digitalRead()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функциясы және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pull-down резисторы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арқылы пайдаланушы әрекетін тану — интерактивті электроника жобаларының негізі.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23577" y="3426544"/>
            <a:ext cx="831205" cy="281136"/>
          </a:xfrm>
          <a:prstGeom prst="roundRect">
            <a:avLst>
              <a:gd name="adj" fmla="val 17881"/>
            </a:avLst>
          </a:prstGeom>
          <a:solidFill>
            <a:srgbClr val="F4D4F7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321" y="3507284"/>
            <a:ext cx="119658" cy="119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2807" y="3471416"/>
            <a:ext cx="92943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1429569" y="3421782"/>
            <a:ext cx="924074" cy="290661"/>
          </a:xfrm>
          <a:prstGeom prst="roundRect">
            <a:avLst>
              <a:gd name="adj" fmla="val 17295"/>
            </a:avLst>
          </a:prstGeom>
          <a:noFill/>
          <a:ln w="4763">
            <a:solidFill>
              <a:srgbClr val="D75BE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524074" y="3471416"/>
            <a:ext cx="119226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DIGITALREAD()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428429" y="3421782"/>
            <a:ext cx="1471315" cy="290661"/>
          </a:xfrm>
          <a:prstGeom prst="roundRect">
            <a:avLst>
              <a:gd name="adj" fmla="val 17295"/>
            </a:avLst>
          </a:prstGeom>
          <a:noFill/>
          <a:ln w="4763">
            <a:solidFill>
              <a:srgbClr val="D75BE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522934" y="3471416"/>
            <a:ext cx="173950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PULL-DOWN РЕЗИСТОРЫ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6" y="1648718"/>
            <a:ext cx="3281735" cy="18459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44392" y="423490"/>
            <a:ext cx="4684216" cy="866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Кіріспе: Батырмалар не үшін қажет?</a:t>
            </a:r>
            <a:endParaRPr lang="en-US" sz="2700" dirty="0"/>
          </a:p>
        </p:txBody>
      </p:sp>
      <p:sp>
        <p:nvSpPr>
          <p:cNvPr id="5" name="Shape 1"/>
          <p:cNvSpPr/>
          <p:nvPr/>
        </p:nvSpPr>
        <p:spPr>
          <a:xfrm>
            <a:off x="3944392" y="1507257"/>
            <a:ext cx="2269629" cy="1992734"/>
          </a:xfrm>
          <a:prstGeom prst="roundRect">
            <a:avLst>
              <a:gd name="adj" fmla="val 3104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096420" y="1659285"/>
            <a:ext cx="196557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Ең кең таралған элемент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096420" y="2179290"/>
            <a:ext cx="1965573" cy="116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 — электроникадағы ең жиі қолданылатын кіріс құрылғыларының бірі. Жай ғана басу арқылы тізбекті тұйықтайды.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358979" y="1507257"/>
            <a:ext cx="2269629" cy="1992734"/>
          </a:xfrm>
          <a:prstGeom prst="roundRect">
            <a:avLst>
              <a:gd name="adj" fmla="val 3104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11007" y="1659285"/>
            <a:ext cx="196557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Пайдаланушы әрекеті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11007" y="2179290"/>
            <a:ext cx="1965573" cy="116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Жарық диодын қосу, мотор жылдамдығын реттеу немесе экранда ақпарат шығару — барлығы батырма сигналынан басталады.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944392" y="3644950"/>
            <a:ext cx="4684216" cy="1074986"/>
          </a:xfrm>
          <a:prstGeom prst="roundRect">
            <a:avLst>
              <a:gd name="adj" fmla="val 5754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96420" y="3796978"/>
            <a:ext cx="1749549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Arduino байланысы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096420" y="4100438"/>
            <a:ext cx="4380161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 батырманың күйін цифрлық пин арқылы оқып, бағдарламалық логикаға сәйкес жауап береді.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92" y="697557"/>
            <a:ext cx="5147816" cy="2715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7241" y="690711"/>
            <a:ext cx="2606055" cy="1299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Батырманың жұмыс істеу принципі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27241" y="2135163"/>
            <a:ext cx="2606055" cy="1299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 — электр тізбегін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тұйықтайтын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немесе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ашатын</a:t>
            </a:r>
            <a:pPr algn="l" indent="0" marL="0">
              <a:lnSpc>
                <a:spcPct val="13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механикалық құрылғы.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Arduino-да батырманың күйін оқу үшін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digitalRead()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функциясы қолданылады.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342" y="3739083"/>
            <a:ext cx="4003179" cy="8698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8857" y="3905399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Басылмаған күй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38857" y="4208859"/>
            <a:ext cx="3594348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Тізбек ашық — ток өтпейді, сигнал LOW.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5429" y="3739083"/>
            <a:ext cx="4003179" cy="8698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67945" y="3905399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Басылған күй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867945" y="4208859"/>
            <a:ext cx="3594348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Тізбек тұйық — ток өтеді, сигнал HIGH.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81" y="404143"/>
            <a:ext cx="4743152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digitalRead() функциясы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07281" y="1111151"/>
            <a:ext cx="8586639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Бұл функция белгілі бір цифрлық пиннен </a:t>
            </a:r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(логикалық 1) немесе </a:t>
            </a:r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(логикалық 0) мәнін оқиды.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7281" y="1655266"/>
            <a:ext cx="1873746" cy="1550640"/>
          </a:xfrm>
          <a:prstGeom prst="roundRect">
            <a:avLst>
              <a:gd name="adj" fmla="val 3926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1804913"/>
            <a:ext cx="1574453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HIGH — логикалық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6927" y="2371353"/>
            <a:ext cx="1574453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 басылған. Пинде кернеу бар (5V немесе 3.3V).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1372" y="1655266"/>
            <a:ext cx="1873821" cy="1550640"/>
          </a:xfrm>
          <a:prstGeom prst="roundRect">
            <a:avLst>
              <a:gd name="adj" fmla="val 3926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1018" y="1804913"/>
            <a:ext cx="1574527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LOW — логикалық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71018" y="2371353"/>
            <a:ext cx="1574527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 басылмаған. Пин жер потенциалында (0V).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3570" y="1637705"/>
            <a:ext cx="21623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Код үлгісі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3570" y="2008659"/>
            <a:ext cx="3887912" cy="2572792"/>
          </a:xfrm>
          <a:prstGeom prst="roundRect">
            <a:avLst>
              <a:gd name="adj" fmla="val 2366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46352" y="2008659"/>
            <a:ext cx="3902348" cy="2572792"/>
          </a:xfrm>
          <a:prstGeom prst="roundRect">
            <a:avLst>
              <a:gd name="adj" fmla="val 845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927476" y="2153543"/>
            <a:ext cx="3540100" cy="228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buttonPin = 2;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buttonState = 0;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pinMode(buttonPin, INPUT);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buttonState = digitalRead(buttonPin);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353" y="490686"/>
            <a:ext cx="478229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Проблема: "Бос" пиндер мен "дребезг"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53" y="1452414"/>
            <a:ext cx="4782294" cy="96507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798" y="1835051"/>
            <a:ext cx="199802" cy="19980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32210" y="1599902"/>
            <a:ext cx="17076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Бос пин (Floating Pin)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132210" y="1866974"/>
            <a:ext cx="396894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Батырмаға ештеңе қосылмаса, пин "бос" күйде қалып,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кездейсоқ HIGH/LOW мәндерін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береді. Бағдарлама дұрыс жұмыс істемейді.</a:t>
            </a:r>
            <a:endParaRPr lang="en-US" sz="10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353" y="2536106"/>
            <a:ext cx="4782294" cy="1166589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798" y="3019499"/>
            <a:ext cx="199802" cy="19980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132210" y="268359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Дребезг (Bouncing)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132210" y="2950666"/>
            <a:ext cx="396894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Механикалық батырманы басқан сәтте контактілер бірнеше миллисекунд ішінде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тез-тез қосылып-ажыратылады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бұл бірнеше сигнал тудырады.</a:t>
            </a: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466353" y="3836194"/>
            <a:ext cx="4782294" cy="683121"/>
          </a:xfrm>
          <a:prstGeom prst="roundRect">
            <a:avLst>
              <a:gd name="adj" fmla="val 8192"/>
            </a:avLst>
          </a:prstGeom>
          <a:solidFill>
            <a:srgbClr val="FCF2B5"/>
          </a:solidFill>
          <a:ln/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554" y="4019401"/>
            <a:ext cx="166539" cy="13320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99294" y="3976241"/>
            <a:ext cx="4216152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Бұл екі мәселе де жобаның дұрыс жұмыс істемеуіне алып келеді. Шешімі — pull-down резисторы!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640631"/>
            <a:ext cx="3876973" cy="866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Шешім: Pull-down резисторы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5392" y="1651918"/>
            <a:ext cx="3876973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Pull-down резисторы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батырма басылмаған кезде пинді тұрақты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күйінде ұстап тұратын резистор.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15392" y="2249835"/>
            <a:ext cx="3876973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 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басылмаған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кезде: пин GND арқылы LOW күйінде</a:t>
            </a:r>
            <a:endParaRPr lang="en-US" sz="11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 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басылған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кезде: пин VCC арқылы HIGH күйінде</a:t>
            </a:r>
            <a:endParaRPr lang="en-US" sz="11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Стандартты мән: 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кОм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резистор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5392" y="3449166"/>
            <a:ext cx="3876973" cy="1035621"/>
          </a:xfrm>
          <a:prstGeom prst="roundRect">
            <a:avLst>
              <a:gd name="adj" fmla="val 5973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657" y="3666232"/>
            <a:ext cx="184026" cy="1472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3949" y="3616375"/>
            <a:ext cx="3251150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Pull-down резисторы "бос пин" мәселесін толығымен жояды және сигнал тұрақтылығын қамтамасыз етеді.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98" y="633264"/>
            <a:ext cx="3876973" cy="38769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2074" y="316185"/>
            <a:ext cx="6540550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Схема: Pull-down резисторымен батырманы қосу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296" y="760065"/>
            <a:ext cx="3923258" cy="23284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0951" y="2465683"/>
            <a:ext cx="975242" cy="35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10 кОм резистор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111878" y="2553981"/>
            <a:ext cx="975243" cy="17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VCC +5V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62766" y="2553981"/>
            <a:ext cx="975243" cy="17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Пин 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2074" y="3247653"/>
            <a:ext cx="1571848" cy="853455"/>
          </a:xfrm>
          <a:prstGeom prst="roundRect">
            <a:avLst>
              <a:gd name="adj" fmla="val 5062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39676" y="3355256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Пин 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339676" y="3577158"/>
            <a:ext cx="1356643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Батырманың бір ұшы Arduino-ның 2-пиніне қосылады.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874615" y="3247653"/>
            <a:ext cx="1571848" cy="853455"/>
          </a:xfrm>
          <a:prstGeom prst="roundRect">
            <a:avLst>
              <a:gd name="adj" fmla="val 5062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82218" y="3355256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VCC (+5V)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82218" y="3577158"/>
            <a:ext cx="1356643" cy="41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Батырманың екінші ұшы қоректендіру шинасына (+5V) қосылады.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232074" y="4171801"/>
            <a:ext cx="3214390" cy="575890"/>
          </a:xfrm>
          <a:prstGeom prst="roundRect">
            <a:avLst>
              <a:gd name="adj" fmla="val 7502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9676" y="4279404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10 кОм резистор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339676" y="4501307"/>
            <a:ext cx="2999184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Пин мен GND арасына pull-down резисторы орнатылады.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702150" y="3247653"/>
            <a:ext cx="3214390" cy="317376"/>
          </a:xfrm>
          <a:prstGeom prst="roundRect">
            <a:avLst>
              <a:gd name="adj" fmla="val 13612"/>
            </a:avLst>
          </a:prstGeom>
          <a:solidFill>
            <a:srgbClr val="B6D6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990" y="3386138"/>
            <a:ext cx="128513" cy="1028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36344" y="3336950"/>
            <a:ext cx="3234556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Резистордың мәні тым аз болса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2026-06-06T06:28:29Z</dcterms:created>
  <dcterms:modified xsi:type="dcterms:W3CDTF">2026-06-06T06:28:29Z</dcterms:modified>
</cp:coreProperties>
</file>