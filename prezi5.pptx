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SemiBold"/>
      <p:regular r:id="rId17"/>
    </p:embeddedFont>
    <p:embeddedFont>
      <p:font typeface="Instrument Sans Medium"/>
      <p:regular r:id="rId18"/>
    </p:embeddedFont>
    <p:embeddedFont>
      <p:font typeface="Instrument San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480" cy="68580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6" y="322263"/>
            <a:ext cx="4142081" cy="62133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3647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Аналогты кіріс: Потенциометр және 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analogRead()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функциясы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34179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Физикалық әлемді цифрлық тілде түсіндіру — Arduino бағдарламалаудың ең қызықты қадамдарының бірі. Потенциометр арқылы аналогтық сигналдарды оқуды үйреніп, нақты дүниені кодпен басқаруға мүмкіндік алыңыз.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404221"/>
            <a:ext cx="808216" cy="310952"/>
          </a:xfrm>
          <a:prstGeom prst="roundRect">
            <a:avLst>
              <a:gd name="adj" fmla="val 38296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4453830"/>
            <a:ext cx="121936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4223" y="4397871"/>
            <a:ext cx="1819527" cy="323652"/>
          </a:xfrm>
          <a:prstGeom prst="roundRect">
            <a:avLst>
              <a:gd name="adj" fmla="val 36793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9789" y="4453830"/>
            <a:ext cx="221798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АНАЛОГТЫҚ СИГНАЛДАР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26398" y="4397871"/>
            <a:ext cx="1159243" cy="323652"/>
          </a:xfrm>
          <a:prstGeom prst="roundRect">
            <a:avLst>
              <a:gd name="adj" fmla="val 36793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1964" y="4453830"/>
            <a:ext cx="155769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ЭЛЕКТРОНИКА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91215" y="0"/>
            <a:ext cx="4800480" cy="68580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868" y="322263"/>
            <a:ext cx="4142081" cy="62133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85540"/>
            <a:ext cx="659381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Аналогтық әлем дегеніміз не?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750318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Табиғаттағы барлық физикалық құбылыстар — жарық, температура, дыбыс және позиция — үздіксіз сигналдар болып табылады. Олар цифрлық «0» мен «1»-ден емес, шексіз нүктелерден тұрады.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730202"/>
            <a:ext cx="3065783" cy="1753096"/>
          </a:xfrm>
          <a:prstGeom prst="roundRect">
            <a:avLst>
              <a:gd name="adj" fmla="val 8491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826769" y="2895501"/>
            <a:ext cx="252247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🌡️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Физикалық өзгерістер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259534"/>
            <a:ext cx="27351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Жарық, температура, дыбыс және позиция сияқты табиғи құбылыстар үздіксіз өзгереді — олардың мәні кенет секірмейді.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92552" y="2730202"/>
            <a:ext cx="3065783" cy="1753096"/>
          </a:xfrm>
          <a:prstGeom prst="roundRect">
            <a:avLst>
              <a:gd name="adj" fmla="val 8491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4057846" y="2895501"/>
            <a:ext cx="212481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〰️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Үздіксіз сигналдар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57846" y="3259534"/>
            <a:ext cx="27351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Табиғаттағы құбылыстар секілді тоқтаусыз — толқын сияқты, кез келген нүктеде мәні болуы мүмкін.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648597"/>
            <a:ext cx="6296860" cy="1223863"/>
          </a:xfrm>
          <a:prstGeom prst="roundRect">
            <a:avLst>
              <a:gd name="adj" fmla="val 12162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826769" y="481389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Шексіз нүктелер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6769" y="5177929"/>
            <a:ext cx="59662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 мен 5 вольт арасында шексіз көп нүкте бар — саны жоқ, тек сапа. Бұл цифрлық жүйе үшін қиындық тудырады.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3977"/>
            <a:ext cx="827146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Потенциометр: Басқарылатын кедергі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3140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 — механикалық тұтқасы бар айнымалы резистор. Тұтқаны бұру арқылы кедергіні өзгертіп, кернеуді бөлуге мүмкіндік береді. Күнделікті өмірде дыбыс күшейткіштерде, жарық реттегіштерде кездеседі.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746673"/>
            <a:ext cx="5470785" cy="2927350"/>
          </a:xfrm>
          <a:prstGeom prst="roundRect">
            <a:avLst>
              <a:gd name="adj" fmla="val 8136"/>
            </a:avLst>
          </a:prstGeom>
          <a:solidFill>
            <a:srgbClr val="000E21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911971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🔌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Үш аяғы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342084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5V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жоғарғы кернеу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GND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жерге қосу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Ортаңғы контакт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сигнал шығару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4400451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Тұтқаны бұрған сайын ортаңғы контактідегі кернеу 0В-тан 5В-қа дейін өзгереді.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911971"/>
            <a:ext cx="305377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Қалай жұмыс істейді?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342084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Тұтқаны бұру арқылы резистордың ішіндегі контакт нүктесін жылжытасыз. Бұл кернеуді бөлгіш ретінде жұмыс істейді: кіріс кернеуі екі бөлікке бөлінеді.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301232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🎛️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Нақты мысал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4731345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Радио қабылдағышының дыбыс деңгейін реттеу немесе жарық шамының жарықтығын өзгерту — бұл потенциометрдің классикалық қолданысы.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1162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Arduino көзімен: 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АЦП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(Аналогты-сандық түрлендіргіш)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5320"/>
            <a:ext cx="10868745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 тақтасы аналогтық кернеуді тікелей түсінбейді. Ол үшін АЦП (Аналогты-сандық түрлендіргіш) модулі кернеуді санға айналдырады.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 осы процесті бағдарламашыға жеңілдетеді.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055938"/>
            <a:ext cx="348507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10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1207660" y="3808412"/>
            <a:ext cx="23926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Биттік ажыратымдылық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166096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 Uno 10-биттік АЦП қолданады — бұл кернеуді 1024 деңгейге бөледі.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53213" y="3055938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1024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5062113" y="38084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Деңгей саны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53213" y="4166096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0-ден 5В-қа дейінгі кернеу 1024 қадамға бөлінеді. Нәтиже 0-ден 1023-ке дейін болады.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5050" y="3055938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4.88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8753951" y="38084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мВ бір қадам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5050" y="4166096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5В / 1024 ≈ 4.88 мВ — әрбір сан мәнінің кернеулік эквиваленті.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145980"/>
            <a:ext cx="10868745" cy="644823"/>
          </a:xfrm>
          <a:prstGeom prst="roundRect">
            <a:avLst>
              <a:gd name="adj" fmla="val 23084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38569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33608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Егер потенциометр толық солға бұрылса —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толық оңға —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1023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ортада — шамамен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512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мәні шығады.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081" y="361156"/>
            <a:ext cx="528783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Сұлбаны қосу: Негізгі қадамдар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081" y="934839"/>
            <a:ext cx="1169561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Потенциометрді Arduino-ға дұрыс қосу — сенімді оқудың кілті. Қате қосылым тұрақсыз мәндерге немесе тіпті компоненттердің зақымдануына әкелуі мүмкін.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927" y="1213048"/>
            <a:ext cx="6577840" cy="3904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5201" y="4054045"/>
            <a:ext cx="1635098" cy="62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Код пен Monitor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324529" y="4211539"/>
            <a:ext cx="1635098" cy="314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A0 кірісі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230260" y="4211539"/>
            <a:ext cx="1635098" cy="314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5V және GND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96081" y="5221684"/>
            <a:ext cx="111995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Жоғарыдағы үш қадам потенциометрді Arduino-ға дұрыс қосудың негізгі реттілігін көрсетеді. Сыртқы аяқтарды қуат көзіне, ортаңғы аяқты аналогтық пинге қосып, кодты жүктегеннен кейін Serial Monitor арқылы нәтижені тексеру жеткілікті.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96081" y="5766495"/>
            <a:ext cx="2160037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Сыртқы аяқтар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6081" y="6059587"/>
            <a:ext cx="54484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Потенциометрдің екі шеткі аяғын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5V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және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GND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-ға қосыңыз. Бұл кернеуді бөлгіш тізбегін құрады.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64208" y="5673527"/>
            <a:ext cx="5627051" cy="823317"/>
          </a:xfrm>
          <a:prstGeom prst="roundRect">
            <a:avLst>
              <a:gd name="adj" fmla="val 21696"/>
            </a:avLst>
          </a:prstGeom>
          <a:solidFill>
            <a:srgbClr val="000E21"/>
          </a:solidFill>
          <a:ln/>
        </p:spPr>
      </p:sp>
      <p:sp>
        <p:nvSpPr>
          <p:cNvPr id="12" name="Text 9"/>
          <p:cNvSpPr/>
          <p:nvPr/>
        </p:nvSpPr>
        <p:spPr>
          <a:xfrm>
            <a:off x="6288228" y="5766495"/>
            <a:ext cx="2164601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Маңызды ескерту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8228" y="6059587"/>
            <a:ext cx="537901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1B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 үшін 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1B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қолдану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қажет емес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Arduino аналогтық пиндерді автоматты түрде кіріс режиміне қояды.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6689"/>
            <a:ext cx="5888287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Кодты жазу: Негізгі синтаксис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29717"/>
            <a:ext cx="1086874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функциясын қолдану өте қарапайым. Төмендегі код потенциометрдің мәнін Serial Monitor арқылы шығарады. Әрбір жолды мұқият талдап көрейік.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851918"/>
            <a:ext cx="10868745" cy="3012281"/>
          </a:xfrm>
          <a:prstGeom prst="roundRect">
            <a:avLst>
              <a:gd name="adj" fmla="val 444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54034" y="1851918"/>
            <a:ext cx="10883628" cy="3012281"/>
          </a:xfrm>
          <a:prstGeom prst="roundRect">
            <a:avLst>
              <a:gd name="adj" fmla="val 74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0064" y="2000746"/>
            <a:ext cx="10511567" cy="271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potPin = A0;      // Потенциометр A0 пиніне қосылған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val = 0;          // Оқылған мәнді сақтайтын айнымалы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void setup() {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Serial.begin(9600); // Serial байланысты 9600 бод жылдамдығымен іске қосу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void loop() {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val = analogRead(potPin); // A0 пинінен аналогтық мәнді оқу (0-1023)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Serial.println(val);      // Мәнді Serial Monitor-ге шығару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delay(200);               // 200 мс кідірту — тұрақтылық үшін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5014913"/>
            <a:ext cx="3552637" cy="13462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497" y="5182791"/>
            <a:ext cx="1860603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analogRead(potPin)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6497" y="5514677"/>
            <a:ext cx="3140691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A0-ден A5-ке дейінгі кез келген аналогтық пиннен 0-ден 1023-ке дейінгі мәнді оқиды. Оқу уақыты шамамен 100 мкс.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9955" y="5014913"/>
            <a:ext cx="3552637" cy="1346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4027" y="5182791"/>
            <a:ext cx="1860603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Serial.println(val)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54027" y="5514677"/>
            <a:ext cx="3140691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Оқылған мәнді Serial Monitor терезесіне жол ретінде шығарады. Деректерді талдау үшін өте ыңғайлы.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7484" y="5014913"/>
            <a:ext cx="3552637" cy="13462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1556" y="5182791"/>
            <a:ext cx="1860603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delay(200)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21556" y="5514677"/>
            <a:ext cx="3140691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Өте жиі оқу Serial Monitor-ді толықтырып жібереді. 200 мс кідірту мәндерді оқуға ыңғайлы етеді.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91215" y="0"/>
            <a:ext cx="4800480" cy="6861076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87" y="320179"/>
            <a:ext cx="4147042" cy="6220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838" y="440531"/>
            <a:ext cx="6338134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Тәжірибе: Мәндерді монитордан бақылау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40838" y="1674614"/>
            <a:ext cx="6338134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Кодты жүктегеннен кейін Serial Monitor терезесін ашыңыз (9600 бод). Потенциометр тұтқасын баяу бұрып, мәндердің өзгеруін нақты уақытта бақылаңыз.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838" y="2606080"/>
            <a:ext cx="6338134" cy="2349302"/>
          </a:xfrm>
          <a:prstGeom prst="roundRect">
            <a:avLst>
              <a:gd name="adj" fmla="val 6138"/>
            </a:avLst>
          </a:prstGeom>
          <a:solidFill>
            <a:srgbClr val="CEE6FD"/>
          </a:solidFill>
          <a:ln/>
        </p:spPr>
      </p:sp>
      <p:sp>
        <p:nvSpPr>
          <p:cNvPr id="7" name="Shape 4"/>
          <p:cNvSpPr/>
          <p:nvPr/>
        </p:nvSpPr>
        <p:spPr>
          <a:xfrm>
            <a:off x="640838" y="2606080"/>
            <a:ext cx="3169067" cy="1426964"/>
          </a:xfrm>
          <a:prstGeom prst="roundRect">
            <a:avLst>
              <a:gd name="adj" fmla="val 10105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800973" y="2766219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⬅️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Толық солға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0973" y="3115965"/>
            <a:ext cx="284879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Тұтқаны толық солға бұрғанда мәні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-ге жақын болады — кернеу минималды.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09905" y="2606080"/>
            <a:ext cx="3169067" cy="1426964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606080"/>
            <a:ext cx="19050" cy="1426964"/>
          </a:xfrm>
          <a:prstGeom prst="roundRect">
            <a:avLst>
              <a:gd name="adj" fmla="val 756957"/>
            </a:avLst>
          </a:prstGeom>
          <a:solidFill>
            <a:srgbClr val="B4CCE3"/>
          </a:solidFill>
          <a:ln/>
        </p:spPr>
      </p:sp>
      <p:sp>
        <p:nvSpPr>
          <p:cNvPr id="12" name="Text 9"/>
          <p:cNvSpPr/>
          <p:nvPr/>
        </p:nvSpPr>
        <p:spPr>
          <a:xfrm>
            <a:off x="3970040" y="2766219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↔️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Ортада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70040" y="3115965"/>
            <a:ext cx="284879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Ортаңғы позицияда мәні шамамен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512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болады. Аздап тербелуі мүмкін — бұл қалыпты жағдай.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838" y="4033044"/>
            <a:ext cx="6338134" cy="922338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838" y="4033044"/>
            <a:ext cx="6338134" cy="19050"/>
          </a:xfrm>
          <a:prstGeom prst="roundRect">
            <a:avLst>
              <a:gd name="adj" fmla="val 756957"/>
            </a:avLst>
          </a:prstGeom>
          <a:solidFill>
            <a:srgbClr val="B4CCE3"/>
          </a:solidFill>
          <a:ln/>
        </p:spPr>
      </p:sp>
      <p:sp>
        <p:nvSpPr>
          <p:cNvPr id="16" name="Text 13"/>
          <p:cNvSpPr/>
          <p:nvPr/>
        </p:nvSpPr>
        <p:spPr>
          <a:xfrm>
            <a:off x="800973" y="4193183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➡️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Толық оңға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00973" y="4542929"/>
            <a:ext cx="6017864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Тұтқаны толық оңға бұрғанда мәні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1023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-ке жақын — кернеу максималды.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838" y="5129907"/>
            <a:ext cx="6338134" cy="1116112"/>
          </a:xfrm>
          <a:prstGeom prst="roundRect">
            <a:avLst>
              <a:gd name="adj" fmla="val 12920"/>
            </a:avLst>
          </a:prstGeom>
          <a:solidFill>
            <a:srgbClr val="FCF2B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73" y="5354935"/>
            <a:ext cx="200218" cy="1601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61326" y="5309493"/>
            <a:ext cx="5657510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Неліктен ортаңғы мән тұрақсыз?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Кедергінің ішкі қарсылығы, электрлік шу және қоршаған ортаның әсері мәндердің аздап тербелуіне себеп болады. Бұл — аналогтық сигналдардың табиғи қасиеті.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4636"/>
            <a:ext cx="811112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Мәндерді өзгерту: 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Масштабтау (map)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62063"/>
            <a:ext cx="10868745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Потенциометрден алынған 0–1023 ауқымын әр түрлі мақсаттарға бейімдеу керек. Мысалы, жарықдиодтың жарықтығын басқару үшін 0–255 ауқымы қажет. Осыған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 көмектеседі.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790031"/>
            <a:ext cx="5470785" cy="2853333"/>
          </a:xfrm>
          <a:prstGeom prst="roundRect">
            <a:avLst>
              <a:gd name="adj" fmla="val 8347"/>
            </a:avLst>
          </a:prstGeom>
          <a:solidFill>
            <a:srgbClr val="000E21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955330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📐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map() синтаксисі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3406180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0D1B2E"/>
          </a:solidFill>
          <a:ln/>
        </p:spPr>
      </p:sp>
      <p:sp>
        <p:nvSpPr>
          <p:cNvPr id="7" name="Shape 5"/>
          <p:cNvSpPr/>
          <p:nvPr/>
        </p:nvSpPr>
        <p:spPr>
          <a:xfrm>
            <a:off x="699475" y="3406180"/>
            <a:ext cx="5156666" cy="595213"/>
          </a:xfrm>
          <a:prstGeom prst="roundRect">
            <a:avLst>
              <a:gd name="adj" fmla="val 4168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/>
          <p:nvPr/>
        </p:nvSpPr>
        <p:spPr>
          <a:xfrm>
            <a:off x="906142" y="3571478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0D1B2E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brightness = map(val, 0, 1023, 0, 255);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7710" y="4187428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кіріс мәні (0–1023)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0, 1023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кіріс ауқымы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0, 255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шығыс ауқымы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2955330"/>
            <a:ext cx="444240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PWM арқылы жарықтықты басқару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385443"/>
            <a:ext cx="5232666" cy="8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 мәнді пропорционалды түрде жаңа ауқымға аударады. Нәтижені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функциясымен бірге қолданып, LED жарықтығын тегіс реттеуге болады.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4353520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 → 0–1023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map() → 0–255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analogWrite() → PWM сигналы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LED → жарықтық өзгереді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7211"/>
            <a:ext cx="589900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Қауіпсіздік және нюанстар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4463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Аналогтық оқумен жұмыс істегенде бірнеше маңызды нюансты білу — тұрақты және дәл нәтиже алудың кілті. Электрлік шу, бос пиндер және сілтеме кернеуі — бәрі нәтижеге әсер етеді.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59906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6800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Бос аналогтық пин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4037707"/>
            <a:ext cx="348507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Егер аналогтық пин бос қалса, ол «жалған сигналдар» — кездейсоқ секірулер — береді. Пайдаланылмаған пиндерді GND-ға қосыңыз немесе pull-down резистор орнатыңыз.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3059906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213" y="36800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Дәлдікті арттыру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3213" y="4037707"/>
            <a:ext cx="348517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analogReference()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функциясы арқылы сілтеме кернеуін өзгертуге болады. INTERNAL (1.1В) режимі кіші кернеулерде жоғары дәлдік береді.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3059906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5050" y="3680023"/>
            <a:ext cx="2212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Электрлік тұрақтылық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5050" y="4037707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Бос қосылымдар мен нашар тығыздалған сымдар шу мен тұрақсыз мәндерге себеп болады. Барлық қосылымдардың тығыздығын мұқият тексеріңіз.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91215" y="0"/>
            <a:ext cx="4800480" cy="68580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1113" y="313035"/>
            <a:ext cx="4154384" cy="6231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838" y="477242"/>
            <a:ext cx="6338134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Қорытынды: Физикалық әлемді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цифрлау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40838" y="1638399"/>
            <a:ext cx="633813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Бүгін сіз аналогтық сигналдарды Arduino арқылы оқудың негіздерін меңгердіңіз. Потенциометр — бұл тек бастама. Осы білім арқылы сіз күрделі жүйелерді басқара аласыз.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38" y="2497237"/>
            <a:ext cx="760989" cy="913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1821" y="2649438"/>
            <a:ext cx="1902571" cy="237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🎚️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Потенциометр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541821" y="2971304"/>
            <a:ext cx="543715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Аналогтық кірісті оқу,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және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функцияларын меңгеру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38" y="3410446"/>
            <a:ext cx="760989" cy="10937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41821" y="3562648"/>
            <a:ext cx="1902571" cy="237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Серво жетектер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541821" y="3884513"/>
            <a:ext cx="5437151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Потенциометр арқылы серво моторларды басқару — робототехникаға қадам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38" y="4504234"/>
            <a:ext cx="760989" cy="10937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41821" y="4656435"/>
            <a:ext cx="1902571" cy="237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🌟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Жасампаздық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541821" y="4978301"/>
            <a:ext cx="5437151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Сіздің идеяңыз әлемді өзгертуі мүмкін — физикалық әлемді цифрлық кодпен басқарыңыз!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69135" y="5755580"/>
            <a:ext cx="6109837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«Электрониканы бақылау — бұл тек техника емес, бұл шығармашылықтың жаңа тілі. Сіз енді осы тілде сөйлей аласыз.»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2026-06-06T07:07:31Z</dcterms:created>
  <dcterms:modified xsi:type="dcterms:W3CDTF">2026-06-06T07:07:31Z</dcterms:modified>
</cp:coreProperties>
</file>